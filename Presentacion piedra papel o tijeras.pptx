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2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5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5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2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1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0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1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2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1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2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3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2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316B9-CA77-8A55-6D76-6C67786F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Universidad Internacional Del Ecuador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FDD66-7A99-C6A6-A87E-4013BB89C6B8}"/>
              </a:ext>
            </a:extLst>
          </p:cNvPr>
          <p:cNvSpPr txBox="1"/>
          <p:nvPr/>
        </p:nvSpPr>
        <p:spPr>
          <a:xfrm>
            <a:off x="510074" y="4003563"/>
            <a:ext cx="3348297" cy="1184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/>
              <a:t>Josept Jurado Yepez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01D95-BC72-2CA2-B34C-B85A92073601}"/>
              </a:ext>
            </a:extLst>
          </p:cNvPr>
          <p:cNvSpPr txBox="1"/>
          <p:nvPr/>
        </p:nvSpPr>
        <p:spPr>
          <a:xfrm>
            <a:off x="612648" y="1957897"/>
            <a:ext cx="310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/>
              <a:t>Curso: 1-ECC-1F</a:t>
            </a:r>
            <a:endParaRPr lang="es-EC"/>
          </a:p>
        </p:txBody>
      </p:sp>
      <p:pic>
        <p:nvPicPr>
          <p:cNvPr id="2050" name="Picture 2" descr="Universidad Internacional del Ecuador">
            <a:extLst>
              <a:ext uri="{FF2B5EF4-FFF2-40B4-BE49-F238E27FC236}">
                <a16:creationId xmlns:a16="http://schemas.microsoft.com/office/drawing/2014/main" id="{6BB21280-DA9A-105E-9313-C93CFD1DB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344" y="1415258"/>
            <a:ext cx="7629682" cy="362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96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9107C-6D13-3B4D-9A56-16BB1BD2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/>
              <a:t>PIEDRA,PAPEL O TIJERAS</a:t>
            </a:r>
          </a:p>
        </p:txBody>
      </p:sp>
      <p:pic>
        <p:nvPicPr>
          <p:cNvPr id="1026" name="Picture 2" descr="La larga y sinuosa historia del &quot;Piedra, papel o tijera&quot;">
            <a:extLst>
              <a:ext uri="{FF2B5EF4-FFF2-40B4-BE49-F238E27FC236}">
                <a16:creationId xmlns:a16="http://schemas.microsoft.com/office/drawing/2014/main" id="{11DAA640-D037-ADAB-104B-785A4F1D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4099" y="663157"/>
            <a:ext cx="7390808" cy="552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04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3AF3A01-F926-CA69-8ECA-35B6587A6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75" r="1" b="47571"/>
          <a:stretch>
            <a:fillRect/>
          </a:stretch>
        </p:blipFill>
        <p:spPr>
          <a:xfrm>
            <a:off x="0" y="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1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9A008B6-FCF1-F8E2-1EF1-EF310E8AF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E76C0F-9C90-A83B-79C8-FD4794C11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A09553A0-52E4-6B48-C04E-3D6CDDE10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4" t="10578" r="36518" b="3659"/>
          <a:stretch/>
        </p:blipFill>
        <p:spPr>
          <a:xfrm>
            <a:off x="733530" y="221062"/>
            <a:ext cx="10359850" cy="65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7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2456D-1AC9-48CC-18B3-9FDD7867F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MUCHAS GRACIAS</a:t>
            </a:r>
          </a:p>
        </p:txBody>
      </p:sp>
      <p:pic>
        <p:nvPicPr>
          <p:cNvPr id="3074" name="Picture 2" descr="borra solo la palabra python">
            <a:extLst>
              <a:ext uri="{FF2B5EF4-FFF2-40B4-BE49-F238E27FC236}">
                <a16:creationId xmlns:a16="http://schemas.microsoft.com/office/drawing/2014/main" id="{592143B4-6BC2-718E-57F2-357B7849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8536" y="394504"/>
            <a:ext cx="6061934" cy="606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21510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Universidad Internacional Del Ecuador</vt:lpstr>
      <vt:lpstr>PIEDRA,PAPEL O TIJERAS</vt:lpstr>
      <vt:lpstr>PowerPoint Presentation</vt:lpstr>
      <vt:lpstr>PowerPoint Presentation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JURADO YEPEZ JOSEPT</dc:creator>
  <cp:lastModifiedBy>JURADO YEPEZ JOSEPT</cp:lastModifiedBy>
  <cp:revision>1</cp:revision>
  <dcterms:created xsi:type="dcterms:W3CDTF">2025-05-18T21:55:27Z</dcterms:created>
  <dcterms:modified xsi:type="dcterms:W3CDTF">2025-05-18T23:24:01Z</dcterms:modified>
</cp:coreProperties>
</file>